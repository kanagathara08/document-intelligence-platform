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Extraction, Validation &amp; API Platform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Technical Case Study Submission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4389120"/>
            <a:ext cx="1280160" cy="128016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teams receive invoices and statements as native or scanned PDF / JPG / PNG files, in inconsistent layouts — manual extraction is slow and error-prone.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761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layouts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/ bank formats statements differently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767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 introduce noise and misreads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773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120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inconsistent, and error-prone at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188720"/>
            <a:ext cx="5120640" cy="4663440"/>
          </a:xfrm>
          <a:prstGeom prst="roundRect">
            <a:avLst>
              <a:gd name="adj" fmla="val 1961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87452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Document Intelligence service that extracts complete information, validates key financial relationships, and exposes results through a deployed dashboard and REST APIs.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6888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49840" y="237744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377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2377440"/>
            <a:ext cx="265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142232" y="2377440"/>
            <a:ext cx="265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2377440"/>
            <a:ext cx="265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982712" y="2377440"/>
            <a:ext cx="265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2" y="2377440"/>
            <a:ext cx="2651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fails gracefully: unsupported/corrupt files, OCR failures, and LLM failures are all caught and returned as controlled, structured errors — never a raw stack trace.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FAILED status, evidence (source text + page number), and processing metadata accompany every result.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(HTML/CSS/JS via Jinja2)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34840" y="1371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3484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+ Swagger)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(persisted results)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291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37560" y="32918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(Tesseract)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32918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API)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3291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C3B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32918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layer — each concern isolated behind its own module, orchestrated by document_service.py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— separate live URLs for frontend, API, and Swagger docs (/docs).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Rationale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28016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8016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automatic Swagger/OpenAPI docs, native Pydantic validation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0312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1031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(SQLAlchemy ORM)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10312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persistence; swappable to Postgres via one env var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2608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9260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pdf2image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92608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local, no API rate limits under a 3-day deadline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4904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74904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API key, no billing required, for a fast prototype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57200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5720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vanilla JS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57200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no-separate-frontend-stack requirement, fast to build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3949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539496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(free tier)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539496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web service serves both API and templated frontend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F9D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/api/v1/documents/process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280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process a PDF/JPG/PNG document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965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/api/v1/documents/{document_name}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latest structured result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51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651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6517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processed documents for the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37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337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for the deployed service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consistent, structured JSON: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0F13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document_name · document_type · processing_status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file_validation · extracted_data (value + evidence) · validation (checks, PASS/FAIL/NOT_APPLICABLE)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processing_metadata (OCR used, model, timing)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 Logic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reports: formula, input operands, calculated value, reported value, variance, and status.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8288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+ tax − discount ≈ total_amount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829800" y="202996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29800" y="2029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8346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total_liabilities + total_equity ≈ total_assets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829800" y="303580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29800" y="30358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8404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− cost_of_sales ≈ gross_profit → ... → net_profit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29800" y="40416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29800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463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84632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+ investing + financing + FX ≈ net_change_in_cash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29800" y="504748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29800" y="5047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inputs → NOT_APPLICABLE (never guessed). Parenthesized values are treated as negative. Tolerance is configurable.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Process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document type, upload PDF/JPG/PNG, trigger processing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processed documents: name, type, status, processed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key-value fields, line-item tables, validation results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474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886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structured response viewable for evaluator inspection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Database-backed dashboard connected to the deployed API — results persist across sessions for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Production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processing — large batches would need a 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omitted (optional per spec)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OCR fallback (Tesseract only)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fine for evaluation, not for concurrent production load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459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 queue (Celery/RQ) with webhook/polling status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object storage (S3) for documents and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OCR fallback (Cloud Vision / Document AI)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queue for low-confidence extractions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met: a reliable, structured, testable and deployable AI engineering prototype — not an enterprise platform.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2026-09-11T18:39:21Z</dcterms:created>
  <dcterms:modified xsi:type="dcterms:W3CDTF">2026-09-11T18:39:21Z</dcterms:modified>
</cp:coreProperties>
</file>